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2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F260CC-BEB2-BCD6-F6FF-CA2D84B1B7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2BD07FB-A206-BE85-FB1D-BADF61E23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43C677-0CFD-6AD0-ED4B-745E13E8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D3EE16-3DD1-8DD8-A259-8D7E8E2A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1549C2-28DC-D61C-8E68-3A5334B2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8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AB4803-465E-055A-99C5-4B2A8C5C6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9D74B5-7B0F-0F7C-D001-FC7BBC2B9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3993C-5A82-89D4-E169-33A3DB9C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5C4B85-04C8-5938-C291-144D73F7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88408E-D091-0703-C4FE-2ECF73F17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59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35C44-00A1-5338-D30E-793A3A22E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71C777-87BE-80D1-B774-4FEB02625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AB4ED5-6450-8320-B91A-3F16F9A5F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B4012-1E06-36C4-9DEB-8B5A72B4B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CD82C7-0A86-DBCD-D51E-F7FC55E6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742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8A8AE-AA2C-ECA2-F756-D6F55477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FF8625-69A1-61A5-2A7B-D248FF2B18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15E219-C2FA-DCA2-BA37-C95702FF8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CDEA0EB-9E9B-DCC5-881D-271120A5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CE99F05-D043-EA8F-C03A-B5C5FCFE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C12E11-B33E-DFCF-1881-D1B6C1F8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2697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B21EBE-B093-BA43-6B6E-3ECF1FCE5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3C8A70-F907-5D9F-9253-91E0B342F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7ED353-108E-0050-8DB6-4B31E89947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04F49AF-D5AA-07A3-679D-EF61B0CF67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97D1CB-CF92-F920-6219-6F57275CB5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004402-DC12-1DE6-1670-6A931E8E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699736-B30B-1957-97E6-E1A1160A8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6AD75C-514C-4A99-4A2B-4388CFB0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2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7F1A0-EAB6-7A53-9CC9-9284BD26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01D541-1A32-93D9-6713-08AF7C3F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AAD2B70-9671-9025-8301-FDBCD8208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85326B-7CDB-D345-6DE9-83DF599A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077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F56381-6F54-F071-5BC8-3D86831E4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55DF4AE-AE47-555E-CD74-4B82AE912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CDCB05-BA70-9283-04E8-CA92BCE2C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347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69C28-D102-D2CD-DE86-A015C3FD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D32B84-4EE4-6535-75F4-DDC52956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D7E82E-0083-E68D-23FD-3F8D199C2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F0F519-65B1-7712-FA29-6BD0BAC32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5EFB6-8DB9-E23E-D39C-919A440E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ED7837-8E3A-FA44-248B-963FFFE8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74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2BC77-CFCC-7631-F9B7-A7CEC9432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EEB5C7-13F5-21EB-7B00-EC3203F28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7E0E5D-0DC6-6EF9-AA6B-1550AB9B3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8C64B9-5287-F4BD-9E1C-91F0B5693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A0C47C-6180-BD02-9A02-614EF5C80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1E8E24-D4EC-C73F-7881-3602344FB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571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9C39E-9AD1-DE8A-527A-E3DAC56D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C56E7-F9BF-4C4B-667F-820A6696D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B01391-3F12-2F33-C052-0BD9478B8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076C77-6A2D-06E6-E4DC-56D0968BD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837600-2019-F46E-1F4B-F24F2915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318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2BAD16-D4EB-F130-D61A-39646B8A2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068F94-5A49-0488-61A0-83129B12B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3F0C77-7C21-E5F4-21D1-A519F69EB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4E3F5F-4E21-26E5-23D0-5C9C756C9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3D860C-19BA-B155-5887-0417C5BE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1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C75CB0E-7B46-C979-468D-A768167A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5F166A-A2E7-350E-0AA7-A4935F3CA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2487B8-1DCA-53AE-9C2E-C5B114142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EBB885-8BCB-4AB6-BB7A-9410F58861BA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9BE083-E226-B1F2-E274-2E2E44424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04E93E-D1D6-2605-22B7-040F16114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A820D-3744-4789-9993-44516BD992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09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BB67729-F2A8-DC7D-37BE-BB2D2C799EAA}"/>
              </a:ext>
            </a:extLst>
          </p:cNvPr>
          <p:cNvCxnSpPr/>
          <p:nvPr/>
        </p:nvCxnSpPr>
        <p:spPr>
          <a:xfrm>
            <a:off x="2167915" y="1628964"/>
            <a:ext cx="579523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4C1ECAA-7B1F-5999-643C-7C8F127BE590}"/>
              </a:ext>
            </a:extLst>
          </p:cNvPr>
          <p:cNvCxnSpPr/>
          <p:nvPr/>
        </p:nvCxnSpPr>
        <p:spPr>
          <a:xfrm>
            <a:off x="3191317" y="1199015"/>
            <a:ext cx="0" cy="429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85A315D0-1501-9589-574F-6A3FE10A4C79}"/>
              </a:ext>
            </a:extLst>
          </p:cNvPr>
          <p:cNvCxnSpPr/>
          <p:nvPr/>
        </p:nvCxnSpPr>
        <p:spPr>
          <a:xfrm>
            <a:off x="5856803" y="1199015"/>
            <a:ext cx="0" cy="429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F19D2DA2-2298-2A60-081E-4ABF60E7511D}"/>
              </a:ext>
            </a:extLst>
          </p:cNvPr>
          <p:cNvSpPr txBox="1"/>
          <p:nvPr/>
        </p:nvSpPr>
        <p:spPr>
          <a:xfrm>
            <a:off x="3058093" y="750777"/>
            <a:ext cx="48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2F492B7-7F8C-DF64-0B2C-76DB8274332B}"/>
              </a:ext>
            </a:extLst>
          </p:cNvPr>
          <p:cNvSpPr txBox="1"/>
          <p:nvPr/>
        </p:nvSpPr>
        <p:spPr>
          <a:xfrm>
            <a:off x="5693301" y="679118"/>
            <a:ext cx="4821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E774AA-573A-3C32-DFBD-51E39398C005}"/>
              </a:ext>
            </a:extLst>
          </p:cNvPr>
          <p:cNvSpPr txBox="1"/>
          <p:nvPr/>
        </p:nvSpPr>
        <p:spPr>
          <a:xfrm>
            <a:off x="3004602" y="1874247"/>
            <a:ext cx="72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-2.5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9518C4-F9D3-63C5-5A5A-BCE1B4BF2933}"/>
              </a:ext>
            </a:extLst>
          </p:cNvPr>
          <p:cNvSpPr txBox="1"/>
          <p:nvPr/>
        </p:nvSpPr>
        <p:spPr>
          <a:xfrm>
            <a:off x="5571522" y="1874247"/>
            <a:ext cx="72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-1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62E90C-C984-D02A-FC25-A249CFDB6498}"/>
              </a:ext>
            </a:extLst>
          </p:cNvPr>
          <p:cNvSpPr txBox="1"/>
          <p:nvPr/>
        </p:nvSpPr>
        <p:spPr>
          <a:xfrm>
            <a:off x="514728" y="2731089"/>
            <a:ext cx="34291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要查询的是</a:t>
            </a:r>
            <a:r>
              <a:rPr lang="en-US" altLang="zh-CN" dirty="0"/>
              <a:t>-2</a:t>
            </a:r>
          </a:p>
          <a:p>
            <a:r>
              <a:rPr lang="zh-CN" altLang="en-US" dirty="0"/>
              <a:t>刚开始</a:t>
            </a:r>
            <a:r>
              <a:rPr lang="en-US" altLang="zh-CN" dirty="0"/>
              <a:t>begin=0,end=0,middle=0</a:t>
            </a:r>
          </a:p>
          <a:p>
            <a:r>
              <a:rPr lang="en-US" altLang="zh-CN" dirty="0" err="1"/>
              <a:t>arr</a:t>
            </a:r>
            <a:r>
              <a:rPr lang="en-US" altLang="zh-CN" dirty="0"/>
              <a:t>[middle] = -2.5 &lt; -2</a:t>
            </a:r>
          </a:p>
          <a:p>
            <a:r>
              <a:rPr lang="en-US" altLang="zh-CN" dirty="0"/>
              <a:t>begin = middle + 1 = 1</a:t>
            </a:r>
          </a:p>
          <a:p>
            <a:r>
              <a:rPr lang="en-US" altLang="zh-CN" dirty="0" err="1"/>
              <a:t>arr</a:t>
            </a:r>
            <a:r>
              <a:rPr lang="en-US" altLang="zh-CN" dirty="0"/>
              <a:t>[begin] &gt; target</a:t>
            </a:r>
          </a:p>
          <a:p>
            <a:r>
              <a:rPr lang="en-US" altLang="zh-CN" dirty="0"/>
              <a:t>return begin</a:t>
            </a:r>
          </a:p>
        </p:txBody>
      </p:sp>
    </p:spTree>
    <p:extLst>
      <p:ext uri="{BB962C8B-B14F-4D97-AF65-F5344CB8AC3E}">
        <p14:creationId xmlns:p14="http://schemas.microsoft.com/office/powerpoint/2010/main" val="42792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50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 Light</vt:lpstr>
      <vt:lpstr>Arial</vt:lpstr>
      <vt:lpstr>等线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 李</dc:creator>
  <cp:lastModifiedBy>白 李</cp:lastModifiedBy>
  <cp:revision>1</cp:revision>
  <dcterms:created xsi:type="dcterms:W3CDTF">2026-09-11T05:19:56Z</dcterms:created>
  <dcterms:modified xsi:type="dcterms:W3CDTF">2026-09-11T05:26:12Z</dcterms:modified>
</cp:coreProperties>
</file>